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SIT Properties, Tests, and Run Commands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Platform-wise checklist (Phase-1 and Phase-2)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Phase-1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SIT bounds: sit in [0, 1] for resident windows</a:t>
            </a:r>
          </a:p>
          <a:p>
            <a:pPr/>
            <a:r>
              <a:rPr sz="2000"/>
              <a:t>Fractions: active_frac + stall_frac + idle_frac = 1</a:t>
            </a:r>
          </a:p>
          <a:p>
            <a:pPr/>
            <a:r>
              <a:rPr sz="2000"/>
              <a:t>Non-resident windows must keep frac/sit as NaN</a:t>
            </a:r>
          </a:p>
          <a:p>
            <a:pPr/>
            <a:r>
              <a:rPr sz="2000"/>
              <a:t>Mask semantics: skip_w0, partial, exact_boundary</a:t>
            </a:r>
          </a:p>
          <a:p>
            <a:pPr/>
            <a:r>
              <a:rPr sz="2000"/>
              <a:t>Strict Phase-0 parity: windows + summary must match fixture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Phase-1: Run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latin typeface="Courier New"/>
              </a:rPr>
              <a:t>cd /home/dev_srinidhi/sit-cpu-baseline/sit-cpu-baseline/Phase-1</a:t>
            </a:r>
            <a:br/>
            <a:br/>
            <a:r>
              <a:rPr sz="1100">
                <a:latin typeface="Courier New"/>
              </a:rPr>
              <a:t># full regression gate</a:t>
            </a:r>
            <a:br/>
            <a:r>
              <a:rPr sz="1100">
                <a:latin typeface="Courier New"/>
              </a:rPr>
              <a:t>python3 tests/run_golden_suite.py --outdir /tmp/phase1_golden --window-us 256</a:t>
            </a:r>
            <a:br/>
            <a:br/>
            <a:r>
              <a:rPr sz="1100">
                <a:latin typeface="Courier New"/>
              </a:rPr>
              <a:t># invariants (example trace)</a:t>
            </a:r>
            <a:br/>
            <a:r>
              <a:rPr sz="1100">
                <a:latin typeface="Courier New"/>
              </a:rPr>
              <a:t>python3 tests/check_invariants.py --windows /tmp/phase1_golden/trace_F_phase0_wormhole_sample__base_windows.csv --mode base --window-us 256</a:t>
            </a:r>
            <a:br/>
            <a:r>
              <a:rPr sz="1100">
                <a:latin typeface="Courier New"/>
              </a:rPr>
              <a:t>python3 tests/check_invariants.py --windows /tmp/phase1_golden/trace_F_phase0_wormhole_sample__all_windows.csv --mode all --window-us 256</a:t>
            </a:r>
            <a:br/>
            <a:r>
              <a:rPr sz="1100">
                <a:latin typeface="Courier New"/>
              </a:rPr>
              <a:t>python3 tests/check_invariants.py --windows /tmp/phase1_golden/trace_F_phase0_wormhole_sample__skip_w0_windows.csv --mode skip_w0 --window-us 256</a:t>
            </a:r>
            <a:br/>
            <a:r>
              <a:rPr sz="1100">
                <a:latin typeface="Courier New"/>
              </a:rPr>
              <a:t>python3 tests/check_invariants.py --windows /tmp/phase1_golden/trace_F_phase0_wormhole_sample__partial_windows.csv --mode partial --window-us 256</a:t>
            </a:r>
            <a:br/>
            <a:r>
              <a:rPr sz="1100">
                <a:latin typeface="Courier New"/>
              </a:rPr>
              <a:t>python3 tests/check_invariants.py --windows /tmp/phase1_golden/trace_F_phase0_wormhole_sample__exact_boundary_windows.csv --mode exact_boundary --window-us 256</a:t>
            </a:r>
            <a:br/>
            <a:br/>
            <a:r>
              <a:rPr sz="1100">
                <a:latin typeface="Courier New"/>
              </a:rPr>
              <a:t># phase-0 parity</a:t>
            </a:r>
            <a:br/>
            <a:r>
              <a:rPr sz="1100">
                <a:latin typeface="Courier New"/>
              </a:rPr>
              <a:t>python3 tests/check_phase0_parity.py --windows /tmp/phase1_golden/trace_F_phase0_wormhole_sample__base_windows.csv --summary /tmp/phase1_golden/trace_F_phase0_wormhole_sample__base_summary.json --expected tests/fixtures/phase0_parity_expected.json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Phase-2 Shared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/>
              <a:t>Per-run SIT invariants (same semantic checks as Phase-1)</a:t>
            </a:r>
          </a:p>
          <a:p>
            <a:pPr/>
            <a:r>
              <a:rPr sz="1900"/>
              <a:t>Golden replay consistency across masks (base/all/skip_w0/partial/exact_boundary)</a:t>
            </a:r>
          </a:p>
          <a:p>
            <a:pPr/>
            <a:r>
              <a:rPr sz="1900"/>
              <a:t>Determinism: repeated golden runs must be byte-identical</a:t>
            </a:r>
          </a:p>
          <a:p>
            <a:pPr/>
            <a:r>
              <a:rPr sz="1900"/>
              <a:t>Monotonic behavior under flags: branch/cache/both vs baseline</a:t>
            </a:r>
          </a:p>
          <a:p>
            <a:pPr/>
            <a:r>
              <a:rPr sz="1900"/>
              <a:t>Adapter fixture stability: Spike and QEMU parser snapshots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Platform (Phase-2)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>
                <a:latin typeface="Courier New"/>
              </a:rPr>
              <a:t>cd /home/dev_srinidhi/sit-cpu-baseline/sit-cpu-baseline/Phase-2</a:t>
            </a:r>
            <a:br/>
            <a:br/>
            <a:r>
              <a:rPr sz="1300">
                <a:latin typeface="Courier New"/>
              </a:rPr>
              <a:t># generate CPU run</a:t>
            </a:r>
            <a:br/>
            <a:r>
              <a:rPr sz="1300">
                <a:latin typeface="Courier New"/>
              </a:rPr>
              <a:t>python3 riscvbench.py --target cpu --workload fm_mm --workload_size small --time_us 256 --expected-work-rate 1.0</a:t>
            </a:r>
            <a:br/>
            <a:br/>
            <a:r>
              <a:rPr sz="1300">
                <a:latin typeface="Courier New"/>
              </a:rPr>
              <a:t># invariant property check</a:t>
            </a:r>
            <a:br/>
            <a:r>
              <a:rPr sz="1300">
                <a:latin typeface="Courier New"/>
              </a:rPr>
              <a:t>python3 tests/check_invariants.py --windows runs/cpu/fm_mm/small/windows.csv --mode base --window-us 256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Spike Platform (Phase-2)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latin typeface="Courier New"/>
              </a:rPr>
              <a:t>cd /home/dev_srinidhi/sit-cpu-baseline/sit-cpu-baseline/Phase-2</a:t>
            </a:r>
            <a:br/>
            <a:r>
              <a:rPr sz="1200">
                <a:latin typeface="Courier New"/>
              </a:rPr>
              <a:t>export PK=/home/dev_srinidhi/riscv-isa-sim/riscv-pk/build/pk</a:t>
            </a:r>
            <a:br/>
            <a:br/>
            <a:r>
              <a:rPr sz="1200">
                <a:latin typeface="Courier New"/>
              </a:rPr>
              <a:t># generate Spike run</a:t>
            </a:r>
            <a:br/>
            <a:r>
              <a:rPr sz="1200">
                <a:latin typeface="Courier New"/>
              </a:rPr>
              <a:t>python3 riscvbench.py --target spike --workload fm_loopback --workload_size small --time_us 256 --expected-work-rate 1.0 --pk "$PK"</a:t>
            </a:r>
            <a:br/>
            <a:br/>
            <a:r>
              <a:rPr sz="1200">
                <a:latin typeface="Courier New"/>
              </a:rPr>
              <a:t># invariant property check</a:t>
            </a:r>
            <a:br/>
            <a:r>
              <a:rPr sz="1200">
                <a:latin typeface="Courier New"/>
              </a:rPr>
              <a:t>python3 tests/check_invariants.py --windows runs/spike/fm_loopback/small/windows.csv --mode base --window-us 256</a:t>
            </a:r>
            <a:br/>
            <a:br/>
            <a:r>
              <a:rPr sz="1200">
                <a:latin typeface="Courier New"/>
              </a:rPr>
              <a:t># determinism property check</a:t>
            </a:r>
            <a:br/>
            <a:r>
              <a:rPr sz="1200">
                <a:latin typeface="Courier New"/>
              </a:rPr>
              <a:t>python3 tests/check_determinism.py --targets spike --workload fm_loopback --workload-size small --pk "$PK"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QEMU Platform (Phase-2)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latin typeface="Courier New"/>
              </a:rPr>
              <a:t>cd /home/dev_srinidhi/sit-cpu-baseline/sit-cpu-baseline/Phase-2</a:t>
            </a:r>
            <a:br/>
            <a:r>
              <a:rPr sz="1100">
                <a:latin typeface="Courier New"/>
              </a:rPr>
              <a:t>export QEMU_BIN=qemu-riscv64</a:t>
            </a:r>
            <a:br/>
            <a:r>
              <a:rPr sz="1100">
                <a:latin typeface="Courier New"/>
              </a:rPr>
              <a:t>export QEMU_CC=riscv64-linux-gnu-gcc</a:t>
            </a:r>
            <a:br/>
            <a:br/>
            <a:r>
              <a:rPr sz="1100">
                <a:latin typeface="Courier New"/>
              </a:rPr>
              <a:t># generate QEMU run</a:t>
            </a:r>
            <a:br/>
            <a:r>
              <a:rPr sz="1100">
                <a:latin typeface="Courier New"/>
              </a:rPr>
              <a:t>python3 riscvbench.py --target qemu --workload fm_loopback --workload_size small --time_us 256 --expected-work-rate 1.0 --qemu-bin "$QEMU_BIN" --qemu-cc "$QEMU_CC" --allow-nonzero-exit</a:t>
            </a:r>
            <a:br/>
            <a:br/>
            <a:r>
              <a:rPr sz="1100">
                <a:latin typeface="Courier New"/>
              </a:rPr>
              <a:t># invariant property check</a:t>
            </a:r>
            <a:br/>
            <a:r>
              <a:rPr sz="1100">
                <a:latin typeface="Courier New"/>
              </a:rPr>
              <a:t>python3 tests/check_invariants.py --windows runs/qemu/fm_loopback/small/windows.csv --mode base --window-us 256</a:t>
            </a:r>
            <a:br/>
            <a:br/>
            <a:r>
              <a:rPr sz="1100">
                <a:latin typeface="Courier New"/>
              </a:rPr>
              <a:t># qemu policy + determinism properties</a:t>
            </a:r>
            <a:br/>
            <a:r>
              <a:rPr sz="1100">
                <a:latin typeface="Courier New"/>
              </a:rPr>
              <a:t>python3 tests/check_qemu_exit_policy.py --qemu-bin "$QEMU_BIN" --qemu-cc "$QEMU_CC" --skip-missing-tools</a:t>
            </a:r>
            <a:br/>
            <a:r>
              <a:rPr sz="1100">
                <a:latin typeface="Courier New"/>
              </a:rPr>
              <a:t>python3 tests/check_determinism.py --targets qemu --workload fm_loopback --workload-size small --qemu-bin "$QEMU_BIN" --qemu-cc "$QEMU_CC" --allow-nonzero-exit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gem5 Platform (Phase-2)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latin typeface="Courier New"/>
              </a:rPr>
              <a:t>cd /home/dev_srinidhi/sit-cpu-baseline/sit-cpu-baseline/Phase-2</a:t>
            </a:r>
            <a:br/>
            <a:r>
              <a:rPr sz="1100">
                <a:latin typeface="Courier New"/>
              </a:rPr>
              <a:t>export GEM5_BIN=/absolute/path/to/gem5.opt</a:t>
            </a:r>
            <a:br/>
            <a:r>
              <a:rPr sz="1100">
                <a:latin typeface="Courier New"/>
              </a:rPr>
              <a:t>export GEM5_CC=riscv64-linux-gnu-gcc</a:t>
            </a:r>
            <a:br/>
            <a:r>
              <a:rPr sz="1100">
                <a:latin typeface="Courier New"/>
              </a:rPr>
              <a:t>export GEM5_ROOT=/absolute/path/to/gem5</a:t>
            </a:r>
            <a:br/>
            <a:br/>
            <a:r>
              <a:rPr sz="1100">
                <a:latin typeface="Courier New"/>
              </a:rPr>
              <a:t># generate gem5 run</a:t>
            </a:r>
            <a:br/>
            <a:r>
              <a:rPr sz="1100">
                <a:latin typeface="Courier New"/>
              </a:rPr>
              <a:t>python3 riscvbench.py --target gem5 --workload fm_loopback --workload_size small --time_us 256 --expected-work-rate 1.0 --gem5-bin "$GEM5_BIN" --gem5-cc "$GEM5_CC" --gem5-root "$GEM5_ROOT"</a:t>
            </a:r>
            <a:br/>
            <a:br/>
            <a:r>
              <a:rPr sz="1100">
                <a:latin typeface="Courier New"/>
              </a:rPr>
              <a:t># invariant + determinism properties</a:t>
            </a:r>
            <a:br/>
            <a:r>
              <a:rPr sz="1100">
                <a:latin typeface="Courier New"/>
              </a:rPr>
              <a:t>python3 tests/check_invariants.py --windows runs/gem5/fm_loopback/small/windows.csv --mode base --window-us 256</a:t>
            </a:r>
            <a:br/>
            <a:r>
              <a:rPr sz="1100">
                <a:latin typeface="Courier New"/>
              </a:rPr>
              <a:t>python3 tests/check_determinism.py --targets gem5 --workload fm_loopback --workload-size small --gem5-bin "$GEM5_BIN" --gem5-cc "$GEM5_CC" --gem5-root "$GEM5_ROOT"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Spike/QEMU Golden Matrix (Property Sweeps)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latin typeface="Courier New"/>
              </a:rPr>
              <a:t>cd /home/dev_srinidhi/sit-cpu-baseline/sit-cpu-baseline/Phase-2</a:t>
            </a:r>
            <a:br/>
            <a:br/>
            <a:r>
              <a:rPr sz="1000">
                <a:latin typeface="Courier New"/>
              </a:rPr>
              <a:t># spike: flags/size sweep + invariants + monotonic + plots</a:t>
            </a:r>
            <a:br/>
            <a:r>
              <a:rPr sz="1000">
                <a:latin typeface="Courier New"/>
              </a:rPr>
              <a:t>python3 tests/run_spike_golden_pipeline.py --pk "$PK" --workloads fm_loopback --all-sizes --emulated-flags none branch_mispredict cache_pressure both --time-us 256 --window-us 256 --common-mode base --outdir golden_out_spike_matrix</a:t>
            </a:r>
            <a:br/>
            <a:br/>
            <a:r>
              <a:rPr sz="1000">
                <a:latin typeface="Courier New"/>
              </a:rPr>
              <a:t># qemu: flags/size sweep + invariants + monotonic + plots</a:t>
            </a:r>
            <a:br/>
            <a:r>
              <a:rPr sz="1000">
                <a:latin typeface="Courier New"/>
              </a:rPr>
              <a:t>python3 tests/run_qemu_golden_pipeline.py --workloads fm_loopback --all-sizes --emulated-flags none branch_mispredict cache_pressure both --time-us 256 --window-us 256 --common-mode base --qemu-bin "$QEMU_BIN" --qemu-cc "$QEMU_CC" --allow-nonzero-exit --outdir golden_out_qemu_matrix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Cross-Target + Fixture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latin typeface="Courier New"/>
              </a:rPr>
              <a:t>cd /home/dev_srinidhi/sit-cpu-baseline/sit-cpu-baseline/Phase-2</a:t>
            </a:r>
            <a:br/>
            <a:br/>
            <a:r>
              <a:rPr sz="1100">
                <a:latin typeface="Courier New"/>
              </a:rPr>
              <a:t># adapter fixture property (spike + qemu parser stability)</a:t>
            </a:r>
            <a:br/>
            <a:r>
              <a:rPr sz="1100">
                <a:latin typeface="Courier New"/>
              </a:rPr>
              <a:t>python3 tests/check_adapter_fixtures.py --fixtures spike qemu</a:t>
            </a:r>
            <a:br/>
            <a:br/>
            <a:r>
              <a:rPr sz="1100">
                <a:latin typeface="Courier New"/>
              </a:rPr>
              <a:t># cross-target smoke</a:t>
            </a:r>
            <a:br/>
            <a:r>
              <a:rPr sz="1100">
                <a:latin typeface="Courier New"/>
              </a:rPr>
              <a:t>python3 run_cross_target_suite.py --targets cpu spike qemu gem5 --workloads fm_loopback fm_mm --workload-size small --pk "$PK" --qemu-bin "$QEMU_BIN" --qemu-cc "$QEMU_CC" --allow-nonzero-exit --gem5-bin "$GEM5_BIN" --gem5-cc "$GEM5_CC" --gem5-root "$GEM5_ROOT" --skip-missing-tools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