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SIT Validation: Properties and Tests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Short presentation version (Phase-1 + Phase-2 platform checklist)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Prove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SIT score stays valid: 0 ≤ sit ≤ 1</a:t>
            </a:r>
          </a:p>
          <a:p>
            <a:pPr/>
            <a:r>
              <a:rPr sz="2200"/>
              <a:t>Fractions are consistent: active + stall + idle = 1</a:t>
            </a:r>
          </a:p>
          <a:p>
            <a:pPr/>
            <a:r>
              <a:rPr sz="2200"/>
              <a:t>Mask semantics are correct: skip_w0 / partial / exact_boundary</a:t>
            </a:r>
          </a:p>
          <a:p>
            <a:pPr/>
            <a:r>
              <a:rPr sz="2200"/>
              <a:t>Outputs are deterministic across reruns</a:t>
            </a:r>
          </a:p>
          <a:p>
            <a:pPr/>
            <a:r>
              <a:rPr sz="2200"/>
              <a:t>Flag stress behaves monotonically vs baseline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Phase-1 (Core Correctness)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Property: semantic invariants on windows.csv</a:t>
            </a:r>
          </a:p>
          <a:p>
            <a:pPr/>
            <a:r>
              <a:rPr sz="2000"/>
              <a:t>Test: tests/check_invariants.py</a:t>
            </a:r>
          </a:p>
          <a:p>
            <a:pPr/>
            <a:r>
              <a:rPr sz="2000"/>
              <a:t>Property: strict Phase-0 parity on reference trace</a:t>
            </a:r>
          </a:p>
          <a:p>
            <a:pPr/>
            <a:r>
              <a:rPr sz="2000"/>
              <a:t>Test: tests/check_phase0_parity.py</a:t>
            </a:r>
          </a:p>
          <a:p>
            <a:pPr/>
            <a:r>
              <a:rPr sz="2000"/>
              <a:t>Regression gate: tests/run_golden_suite.py (all masks + parity)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Phase-1: Minimal Run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143000"/>
            <a:ext cx="5461000" cy="546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alibri"/>
              </a:rPr>
              <a:t>cd .../Phase-1</a:t>
            </a:r>
            <a:br/>
            <a:br/>
            <a:r>
              <a:rPr sz="1200">
                <a:latin typeface="Calibri"/>
              </a:rPr>
              <a:t>1) Full gate</a:t>
            </a:r>
            <a:br/>
            <a:r>
              <a:rPr sz="1200">
                <a:latin typeface="Calibri"/>
              </a:rPr>
              <a:t>python3 tests/run_golden_suite.py --outdir /tmp/phase1_golden --window-us 256</a:t>
            </a:r>
            <a:br/>
            <a:br/>
            <a:r>
              <a:rPr sz="1200">
                <a:latin typeface="Calibri"/>
              </a:rPr>
              <a:t>2) Phase-0 parity</a:t>
            </a:r>
            <a:br/>
            <a:r>
              <a:rPr sz="1200">
                <a:latin typeface="Calibri"/>
              </a:rPr>
              <a:t>python3 tests/check_phase0_parity.py --windows /tmp/phase1_golden/trace_F_phase0_wormhole_sample__base_windows.csv --summary /tmp/phase1_golden/trace_F_phase0_wormhole_sample__base_summary.json --expected tests/fixtures/phase0_parity_expected.json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9000" y="1143000"/>
            <a:ext cx="5461000" cy="546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Calibri"/>
              </a:rPr>
              <a:t>3) Invariants (example)</a:t>
            </a:r>
            <a:br/>
            <a:r>
              <a:rPr sz="1200">
                <a:latin typeface="Calibri"/>
              </a:rPr>
              <a:t>python3 tests/check_invariants.py --windows /tmp/phase1_golden/trace_F_phase0_wormhole_sample__base_windows.csv --mode base --window-us 256</a:t>
            </a:r>
            <a:br/>
            <a:br/>
            <a:r>
              <a:rPr sz="1200">
                <a:latin typeface="Calibri"/>
              </a:rPr>
              <a:t>Modes available:</a:t>
            </a:r>
            <a:br/>
            <a:r>
              <a:rPr sz="1200">
                <a:latin typeface="Calibri"/>
              </a:rPr>
              <a:t>base, all, skip_w0, partial, exact_boundary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Phase-2 By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CPU: riscvbench cpu run + check_invariants</a:t>
            </a:r>
          </a:p>
          <a:p>
            <a:pPr/>
            <a:r>
              <a:rPr sz="2000"/>
              <a:t>Spike: riscvbench spike + invariants + determinism</a:t>
            </a:r>
          </a:p>
          <a:p>
            <a:pPr/>
            <a:r>
              <a:rPr sz="2000"/>
              <a:t>QEMU: riscvbench qemu + invariants + exit-policy + determinism</a:t>
            </a:r>
          </a:p>
          <a:p>
            <a:pPr/>
            <a:r>
              <a:rPr sz="2000"/>
              <a:t>gem5: riscvbench gem5 + invariants + determinism</a:t>
            </a:r>
          </a:p>
          <a:p>
            <a:pPr/>
            <a:r>
              <a:rPr sz="2000"/>
              <a:t>Shared: adapter fixtures + cross-target suite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Phase-2: Minimal Platform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1143000"/>
            <a:ext cx="5461000" cy="546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latin typeface="Calibri"/>
              </a:rPr>
              <a:t>cd .../Phase-2</a:t>
            </a:r>
            <a:br/>
            <a:br/>
            <a:r>
              <a:rPr sz="1100">
                <a:latin typeface="Calibri"/>
              </a:rPr>
              <a:t>CPU</a:t>
            </a:r>
            <a:br/>
            <a:r>
              <a:rPr sz="1100">
                <a:latin typeface="Calibri"/>
              </a:rPr>
              <a:t>python3 riscvbench.py --target cpu --workload fm_mm --workload_size small --time_us 256 --expected-work-rate 1.0</a:t>
            </a:r>
            <a:br/>
            <a:r>
              <a:rPr sz="1100">
                <a:latin typeface="Calibri"/>
              </a:rPr>
              <a:t>python3 tests/check_invariants.py --windows runs/cpu/fm_mm/small/windows.csv --mode base --window-us 256</a:t>
            </a:r>
            <a:br/>
            <a:br/>
            <a:r>
              <a:rPr sz="1100">
                <a:latin typeface="Calibri"/>
              </a:rPr>
              <a:t>Spike</a:t>
            </a:r>
            <a:br/>
            <a:r>
              <a:rPr sz="1100">
                <a:latin typeface="Calibri"/>
              </a:rPr>
              <a:t>python3 riscvbench.py --target spike --workload fm_loopback --workload_size small --time_us 256 --expected-work-rate 1.0 --pk "$PK"</a:t>
            </a:r>
            <a:br/>
            <a:r>
              <a:rPr sz="1100">
                <a:latin typeface="Calibri"/>
              </a:rPr>
              <a:t>python3 tests/check_determinism.py --targets spike --workload fm_loopback --workload-size small --pk "$PK"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9000" y="1143000"/>
            <a:ext cx="5461000" cy="546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latin typeface="Calibri"/>
              </a:rPr>
              <a:t>QEMU</a:t>
            </a:r>
            <a:br/>
            <a:r>
              <a:rPr sz="1100">
                <a:latin typeface="Calibri"/>
              </a:rPr>
              <a:t>python3 riscvbench.py --target qemu --workload fm_loopback --workload_size small --time_us 256 --expected-work-rate 1.0 --qemu-bin "$QEMU_BIN" --qemu-cc "$QEMU_CC" --allow-nonzero-exit</a:t>
            </a:r>
            <a:br/>
            <a:r>
              <a:rPr sz="1100">
                <a:latin typeface="Calibri"/>
              </a:rPr>
              <a:t>python3 tests/check_qemu_exit_policy.py --qemu-bin "$QEMU_BIN" --qemu-cc "$QEMU_CC" --skip-missing-tools</a:t>
            </a:r>
            <a:br/>
            <a:br/>
            <a:r>
              <a:rPr sz="1100">
                <a:latin typeface="Calibri"/>
              </a:rPr>
              <a:t>gem5</a:t>
            </a:r>
            <a:br/>
            <a:r>
              <a:rPr sz="1100">
                <a:latin typeface="Calibri"/>
              </a:rPr>
              <a:t>python3 riscvbench.py --target gem5 --workload fm_loopback --workload_size small --time_us 256 --expected-work-rate 1.0 --gem5-bin "$GEM5_BIN" --gem5-cc "$GEM5_CC" --gem5-root "$GEM5_ROOT"</a:t>
            </a:r>
            <a:br/>
            <a:br/>
            <a:r>
              <a:rPr sz="1100">
                <a:latin typeface="Calibri"/>
              </a:rPr>
              <a:t>Shared</a:t>
            </a:r>
            <a:br/>
            <a:r>
              <a:rPr sz="1100">
                <a:latin typeface="Calibri"/>
              </a:rPr>
              <a:t>python3 tests/check_adapter_fixtures.py --fixtures spike qemu</a:t>
            </a:r>
            <a:br/>
            <a:r>
              <a:rPr sz="1100">
                <a:latin typeface="Calibri"/>
              </a:rPr>
              <a:t>python3 run_cross_target_suite.py --targets cpu spike qemu gem5 --workloads fm_loopback fm_mm --workload-size small --skip-missing-tools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Sweep Evidence (Optional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Spike matrix: tests/run_spike_golden_pipeline.py</a:t>
            </a:r>
          </a:p>
          <a:p>
            <a:pPr/>
            <a:r>
              <a:rPr sz="2000"/>
              <a:t>QEMU matrix: tests/run_qemu_golden_pipeline.py</a:t>
            </a:r>
          </a:p>
          <a:p>
            <a:pPr/>
            <a:r>
              <a:rPr sz="2000"/>
              <a:t>Checks included: golden replay + invariants + monotonic + plots</a:t>
            </a:r>
          </a:p>
          <a:p>
            <a:pPr/>
            <a:r>
              <a:rPr sz="2000"/>
              <a:t>Use outputs in golden_out_* / plots for report figures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Vars (for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export PK=/home/dev_srinidhi/riscv-isa-sim/riscv-pk/build/pk</a:t>
            </a:r>
          </a:p>
          <a:p>
            <a:pPr/>
            <a:r>
              <a:rPr sz="1600"/>
              <a:t>export QEMU_BIN=qemu-riscv64</a:t>
            </a:r>
          </a:p>
          <a:p>
            <a:pPr/>
            <a:r>
              <a:rPr sz="1600"/>
              <a:t>export QEMU_CC=riscv64-linux-gnu-gcc</a:t>
            </a:r>
          </a:p>
          <a:p>
            <a:pPr/>
            <a:r>
              <a:rPr sz="1600"/>
              <a:t>export GEM5_BIN=/absolute/path/to/gem5.opt</a:t>
            </a:r>
          </a:p>
          <a:p>
            <a:pPr/>
            <a:r>
              <a:rPr sz="1600"/>
              <a:t>export GEM5_CC=riscv64-linux-gnu-gcc</a:t>
            </a:r>
          </a:p>
          <a:p>
            <a:pPr/>
            <a:r>
              <a:rPr sz="1600"/>
              <a:t>export GEM5_ROOT=/absolute/path/to/gem5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